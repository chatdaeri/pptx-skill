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1143000"/>
            <a:ext cx="7772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SKILL DEMO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55550" y="1524000"/>
            <a:ext cx="762000" cy="50750"/>
          </a:xfrm>
          <a:prstGeom prst="rect">
            <a:avLst/>
          </a:prstGeom>
          <a:solidFill>
            <a:srgbClr val="4DAB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777901"/>
            <a:ext cx="8808619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간단한 프레젠테이션</a:t>
            </a:r>
            <a:endParaRPr lang="en-US" sz="3200" dirty="0"/>
          </a:p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 데모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55550" y="2920901"/>
            <a:ext cx="8808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슬라이드를 PowerPoint로 변환하는 스킬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550" y="4521250"/>
            <a:ext cx="1099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pptx-skill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83352" y="4521250"/>
            <a:ext cx="518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2026.04.09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808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55550" y="476250"/>
            <a:ext cx="88086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pptx-skill 핵심 기능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5550" y="990600"/>
            <a:ext cx="8635901" cy="12650"/>
          </a:xfrm>
          <a:prstGeom prst="rect">
            <a:avLst/>
          </a:prstGeom>
          <a:solidFill>
            <a:srgbClr val="D9DE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244501"/>
            <a:ext cx="2692301" cy="3174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482626"/>
            <a:ext cx="2260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3675" y="1698427"/>
            <a:ext cx="2260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PPTX 변환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3675" y="2053977"/>
            <a:ext cx="226037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HTML로 디자인하고 자동으로 PowerPoint 파일로 변환합니다.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626" y="2531418"/>
            <a:ext cx="20891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720pt × 405pt 기준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안전 폰트 지원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좌표 레이아웃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25701" y="1244501"/>
            <a:ext cx="2692301" cy="3174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63826" y="1482626"/>
            <a:ext cx="2260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63826" y="1698427"/>
            <a:ext cx="2260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네이티브 차트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3826" y="2053977"/>
            <a:ext cx="226037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Placeholder를 통해 편집 가능한 네이티브 차트를 자동 삽입합니다.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90776" y="2531418"/>
            <a:ext cx="20891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/ LINE / PIE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PptxGenJS 옵션 지원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편집 가능한 데이터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96000" y="1244501"/>
            <a:ext cx="2692301" cy="3174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34125" y="1482626"/>
            <a:ext cx="2260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34125" y="1698427"/>
            <a:ext cx="2260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검증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4125" y="2053977"/>
            <a:ext cx="226037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spcAft>
                <a:spcPts val="1200"/>
              </a:spcAft>
              <a:buNone/>
            </a:pPr>
            <a:r>
              <a:rPr lang="en-US" sz="8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 전 HTML 검증과 변환 후 썸네일로 품질을 확인합니다.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61075" y="2531418"/>
            <a:ext cx="20891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validate-html.sh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썸네일 그리드 생성</a:t>
            </a:r>
            <a:endParaRPr lang="en-US" sz="750" dirty="0"/>
          </a:p>
          <a:p>
            <a:pPr algn="l" marL="342900" indent="-342900">
              <a:lnSpc>
                <a:spcPts val="1275"/>
              </a:lnSpc>
              <a:buSzPct val="100000"/>
              <a:buChar char="•"/>
            </a:pPr>
            <a:r>
              <a:rPr lang="en-US" sz="7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오버플로우 체크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2832" y="4540300"/>
            <a:ext cx="8808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/ 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808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55550" y="476250"/>
            <a:ext cx="88086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데모에서 만든 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5550" y="990600"/>
            <a:ext cx="8635901" cy="12650"/>
          </a:xfrm>
          <a:prstGeom prst="rect">
            <a:avLst/>
          </a:prstGeom>
          <a:solidFill>
            <a:srgbClr val="D9DE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269950"/>
            <a:ext cx="44043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251" y="1577876"/>
            <a:ext cx="4140250" cy="974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3장의 HTML 슬라이드 작성</a:t>
            </a:r>
            <a:endParaRPr lang="en-US" sz="9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validate-html.sh로 각 슬라이드 검증</a:t>
            </a:r>
            <a:endParaRPr lang="en-US" sz="9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convert-template.cjs로 PPTX 변환</a:t>
            </a:r>
            <a:endParaRPr lang="en-US" sz="900" dirty="0"/>
          </a:p>
          <a:p>
            <a:pPr algn="l" marL="342900" indent="-342900">
              <a:lnSpc>
                <a:spcPts val="162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썸네일 생성으로 결과 확인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0" y="1269950"/>
            <a:ext cx="3810000" cy="2793950"/>
          </a:xfrm>
          <a:prstGeom prst="roundRect">
            <a:avLst>
              <a:gd name="adj" fmla="val 454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06901" y="1523851"/>
            <a:ext cx="33682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65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206901" y="1746052"/>
            <a:ext cx="33682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HTML만 쓰면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PowerPoint가 나옵니다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06901" y="2419052"/>
            <a:ext cx="336824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HTML/CSS로 슬라이드를 설계하고 pptx-skill이 자동으로 PPTX로 변환합니다. 디자이너와 개발자 모두 친숙한 워크플로입니다.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600" y="3965674"/>
            <a:ext cx="0" cy="415826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601" y="3965674"/>
            <a:ext cx="1839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0601" y="4257675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97051" y="3965674"/>
            <a:ext cx="0" cy="415826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051" y="3965674"/>
            <a:ext cx="1839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051" y="4257675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 스크립트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19501" y="3965674"/>
            <a:ext cx="0" cy="415826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502" y="3965674"/>
            <a:ext cx="1839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65502" y="4257675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통과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041952" y="3965674"/>
            <a:ext cx="0" cy="415826"/>
          </a:xfrm>
          <a:prstGeom prst="line">
            <a:avLst/>
          </a:prstGeom>
          <a:noFill/>
          <a:ln w="38100">
            <a:solidFill>
              <a:srgbClr val="4DAB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952" y="3965674"/>
            <a:ext cx="1839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87952" y="4257675"/>
            <a:ext cx="1839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재사용 가능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82832" y="4819650"/>
            <a:ext cx="8808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/ 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2026-04-09T15:13:36Z</dcterms:created>
  <dcterms:modified xsi:type="dcterms:W3CDTF">2026-04-09T15:13:36Z</dcterms:modified>
</cp:coreProperties>
</file>